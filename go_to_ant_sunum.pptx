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6E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nt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685800"/>
            <a:ext cx="1463040" cy="14630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33172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to Ant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0" y="32461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Karıncalara bak — mikro yapay zekanın kolektif gücü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0" y="52120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"Mikro Yapay Zekanın Kullanımı" Dersi — ÇÖMÜ Üniversite Geneli Proje Önerisi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 Soyad]  ·  [Bölüm / Unvan]  ·  [Tarih]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bu proje?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18288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73736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E1F5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47.000+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97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 — ÇÖMÜ'nün tüm fakültelerinde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51960" y="173736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E1F5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80560" y="1920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Tüm bölümler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697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Güzel Sanatlar'dan Eğitim Bilimleri'ne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55280" y="173736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E1F5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183880" y="1920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 dil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2697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 artık her alanın ortak aracı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11480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 artık tek bir bölümün değil, her disiplinin ihtiyacı. Üniversite genelinde ortak bir yapay zeka okuryazarlığı kazandırmak; öğrencileri, alanları ne olursa olsun, bu araçları bilinçli ve etkin kullanabilecek şekilde hazırlamak istiyoruz.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Ders yapısı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18288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73736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0F6E5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Ortak çekirdek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175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bölümler için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52044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yapay zeka okuryazarlığı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okuma ve anlama (yazma değil)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Basit sohbet arayüzü (claude.ai)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aşamada başlanacak modül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0" y="173736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E1F5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6364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606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Alan bazlı ileri seviye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30175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Mühendislik &amp; Bilgisayar bölümleri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352044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proje geliştirme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Debug, versiyon kontrolü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gibi araçlarla entegre çalışma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 çekirdek sonrası ikinci aşama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Aşamalı yaygınlaştırma (rollout)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18288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10312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0F6E5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0175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5204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Bilişim Fakültesi ile başlangıç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081528" y="3474720"/>
            <a:ext cx="237744" cy="365760"/>
          </a:xfrm>
          <a:prstGeom prst="chevron">
            <a:avLst/>
          </a:prstGeom>
          <a:solidFill>
            <a:srgbClr val="5F6E68"/>
          </a:solidFill>
          <a:ln/>
        </p:spPr>
      </p:sp>
      <p:sp>
        <p:nvSpPr>
          <p:cNvPr id="9" name="Shape 7"/>
          <p:cNvSpPr/>
          <p:nvPr/>
        </p:nvSpPr>
        <p:spPr>
          <a:xfrm>
            <a:off x="3319272" y="210312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02152" y="22860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502152" y="30175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Değerlendirme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502152" y="35204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bildirim, içerik iyileştirme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52160" y="3474720"/>
            <a:ext cx="237744" cy="365760"/>
          </a:xfrm>
          <a:prstGeom prst="chevron">
            <a:avLst/>
          </a:prstGeom>
          <a:solidFill>
            <a:srgbClr val="5F6E68"/>
          </a:solidFill>
          <a:ln/>
        </p:spPr>
      </p:sp>
      <p:sp>
        <p:nvSpPr>
          <p:cNvPr id="14" name="Shape 12"/>
          <p:cNvSpPr/>
          <p:nvPr/>
        </p:nvSpPr>
        <p:spPr>
          <a:xfrm>
            <a:off x="6089904" y="210312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0F6E5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72784" y="22860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272784" y="30175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Hızlı genişleme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272784" y="35204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Diğer fakültelere yayılım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622792" y="3474720"/>
            <a:ext cx="237744" cy="365760"/>
          </a:xfrm>
          <a:prstGeom prst="chevron">
            <a:avLst/>
          </a:prstGeom>
          <a:solidFill>
            <a:srgbClr val="5F6E68"/>
          </a:solidFill>
          <a:ln/>
        </p:spPr>
      </p:sp>
      <p:sp>
        <p:nvSpPr>
          <p:cNvPr id="19" name="Shape 17"/>
          <p:cNvSpPr/>
          <p:nvPr/>
        </p:nvSpPr>
        <p:spPr>
          <a:xfrm>
            <a:off x="8860536" y="210312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02C39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43416" y="22860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9043416" y="30175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Üniversite geneli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043416" y="35204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bölümler dahil olur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440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Bilişim Fakültesi, teknik altyapıya en yakın ve öğrencilerin adaptasyon hızının en yüksek olduğu birim olduğu için pilot olarak seçildi. Pilot sonuçlarına göre içerik ve model diğer fakültelere hızla uyarlanacak.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Altyapı ihtiyacı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18288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for Education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Anthropic'in yükseköğretim kurumlarına özel sunduğu, üniversite çapında kurumsal lisans programı. Hem öğretim elemanlarını hem öğrencileri tek bir kurumsal hesap altında toplar.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46120"/>
            <a:ext cx="6858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Kurumsal, üniversite sponsorluğunda tek hesap yapısı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online ve kapalı/kısıtlı ortamda yürütülecek — veri güvenliği önceliğimiz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Fiyatlandırma ve lisans kapsamı için Anthropic ile görüşme süreci başlatılıyor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Kütüphane / Bilgi İşlem Daire Başkanlığı'na resmi bilgi talebi iletildi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818120" y="1600200"/>
            <a:ext cx="3794760" cy="4297680"/>
          </a:xfrm>
          <a:prstGeom prst="roundRect">
            <a:avLst>
              <a:gd name="adj" fmla="val 2892"/>
            </a:avLst>
          </a:prstGeom>
          <a:solidFill>
            <a:srgbClr val="E1F5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9244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Yönetim ekibi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092440" y="2194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Öngörülen büyüklük: 10-15 kişi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092440" y="2651760"/>
            <a:ext cx="3246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/ Bilgi İşlem — erişim, güvenlik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Akademik koordinatörler — içerik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Destek ekibi — kullanıcı eğitimi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Fakülte temsilcileri — alan ihtiyaçları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6E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 kimliği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18288"/>
          </a:xfrm>
          <a:prstGeom prst="rect">
            <a:avLst/>
          </a:prstGeom>
          <a:solidFill>
            <a:srgbClr val="1E8C74"/>
          </a:solidFill>
          <a:ln/>
        </p:spPr>
      </p:sp>
      <p:pic>
        <p:nvPicPr>
          <p:cNvPr id="4" name="Image 0" descr="ant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20240"/>
            <a:ext cx="2377440" cy="23774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84048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to Ant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3840480" y="2926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Karıncalara bak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3840480" y="3520440"/>
            <a:ext cx="7132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Karınca kolonisi, tek başına küçük olan birimlerin bir araya gelerek büyük ve akıllı sistemler kurmasının en somut örneğidir — tıpkı "mikro" yapay zeka araçlarının, doğru bir araya getirildiğinde üniversite genelinde büyük bir dönüşüm yaratabilmesi gibi.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3840480" y="5212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Ucu açık, gelişmeye devam eden bir proje — farkındalık, katılım ve büyüme üzerine kurulu.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Sizden beklentimiz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18288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92024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E1F5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1488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Geri bildirim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432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yapısı, isim ve kimlik hakkında görüşleriniz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192024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E1F5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0" y="21488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Onay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7432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Bilişim Fakültesi ile pilot uygulamaya başlama izni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38160" y="192024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E1F5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66760" y="21488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Destek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7432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for Education görüşme sürecinde kurumsal destek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0" y="484632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Teşekkür ederiz.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0" y="54406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 Soyad]  ·  [E-posta]  ·  [Telefon]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2026-08-29T13:19:45Z</dcterms:created>
  <dcterms:modified xsi:type="dcterms:W3CDTF">2026-08-29T13:19:45Z</dcterms:modified>
</cp:coreProperties>
</file>