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1371600" cy="13716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1600200"/>
            <a:ext cx="914400" cy="914400"/>
          </a:xfrm>
          <a:prstGeom prst="ellipse">
            <a:avLst/>
          </a:prstGeom>
          <a:solidFill>
            <a:srgbClr val="02C39A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1874520"/>
            <a:ext cx="594360" cy="594360"/>
          </a:xfrm>
          <a:prstGeom prst="ellipse">
            <a:avLst/>
          </a:prstGeom>
          <a:solidFill>
            <a:srgbClr val="02C39A">
              <a:alpha val="6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 Yapay Zekanın Kullanımı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14-15 Haftalık Ders Planı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Ant Projesi  ·  ÇÖMÜ Mikro Yapay Zekanın Kullanımı Dersi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Genel Yapı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oturum modeli, dört fazda ilerler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359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1-4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Ortak Çekirdek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29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bölümler birlikte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35808" y="2999232"/>
            <a:ext cx="283464" cy="219456"/>
          </a:xfrm>
          <a:prstGeom prst="rightArrow">
            <a:avLst/>
          </a:prstGeom>
          <a:solidFill>
            <a:srgbClr val="5B6E6C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219456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2359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Geçiş Haftası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429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 seçimi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24728" y="2999232"/>
            <a:ext cx="283464" cy="219456"/>
          </a:xfrm>
          <a:prstGeom prst="rightArrow">
            <a:avLst/>
          </a:prstGeom>
          <a:solidFill>
            <a:srgbClr val="5B6E6C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219456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2359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6-12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Paralel İzler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429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/ Kodlama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13648" y="2999232"/>
            <a:ext cx="283464" cy="219456"/>
          </a:xfrm>
          <a:prstGeom prst="rightArrow">
            <a:avLst/>
          </a:prstGeom>
          <a:solidFill>
            <a:srgbClr val="5B6E6C"/>
          </a:solidFill>
          <a:ln/>
        </p:spPr>
      </p:sp>
      <p:sp>
        <p:nvSpPr>
          <p:cNvPr id="19" name="Shape 17"/>
          <p:cNvSpPr/>
          <p:nvPr/>
        </p:nvSpPr>
        <p:spPr>
          <a:xfrm>
            <a:off x="8915400" y="219456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52560" y="2359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13-15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3429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sunum + değerlendirme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1-4 ve 13-15'te herkes birlikte; hafta 5-12 arasında öğrenci kendi ilgi alanına göre ilerler.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Ant · Mikro Yapay Zekanın Kullanımı · ÇÖMÜ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1-4 · Ortak Çekirdek Modülü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F0FAF9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184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nedir / ne değildir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3055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kavramlar, yanlış algıların düzeltilmesi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0" y="141732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F0FAF9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645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6184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Kullanım alanları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13055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Disiplinlere göre günlük ve akademik örnekler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F0FAF9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9044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Etkili prompt yazma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41655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mühendisliğinin temelleri, uygulama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0" y="370332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F0FAF9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931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39044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Sınırlar / riskler / etik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441655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 kullanım, veri güvenliği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Ant · Mikro Yapay Zekanın Kullanımı · ÇÖMÜ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4 · Sınırlar, Riskler, Etik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Kazanımlar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AI'nin sınırlılıklarını tanıma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 kullanım ilkelerini uygulama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güvenliği bilinci geliştirme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0" y="128016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093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Güvenliği Kuralı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seviyesi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514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kurumsal e-postasıyla giriş yapar; bu bilgi zaten kimliğini taşır.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seviyesi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3566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veya proje içeriğine TC kimlik no, ad-soyad, öğrenci no, adres, telefon gibi kişisel bilgiler asla yazılmaz.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44805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459028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“Hesabına giriş yaparken kimliğin zaten sistemde kayıtlı. Proje/kod içeriğine kendi veya başkasının TC kimlik no, adres, telefon gibi bilgilerini asla yazma — gerekmiyor.”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Ant · Mikro Yapay Zekanın Kullanımı · ÇÖMÜ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5 · Geçiş Haftası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formatlarının tanıtımı; öğrenciler ilgi alanına göre izini seçer.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V="1">
            <a:off x="1828800" y="2606040"/>
            <a:ext cx="1280160" cy="822960"/>
          </a:xfrm>
          <a:prstGeom prst="line">
            <a:avLst/>
          </a:prstGeom>
          <a:noFill/>
          <a:ln w="19050">
            <a:solidFill>
              <a:srgbClr val="5B6E6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28800" y="2606040"/>
            <a:ext cx="1280160" cy="822960"/>
          </a:xfrm>
          <a:prstGeom prst="line">
            <a:avLst/>
          </a:prstGeom>
          <a:noFill/>
          <a:ln w="19050">
            <a:solidFill>
              <a:srgbClr val="5B6E6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737360"/>
            <a:ext cx="7315200" cy="1554480"/>
          </a:xfrm>
          <a:prstGeom prst="roundRect">
            <a:avLst>
              <a:gd name="adj" fmla="val 5882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19933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İzi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514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bölümler — alan bazlı mini projeler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3931920"/>
            <a:ext cx="731520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0" y="41879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Kodlama İzi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7091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 ve Bilgisayar Bilimleri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Ant · Mikro Yapay Zekanın Kullanımı · ÇÖMÜ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Paralel İz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6-12 arası, aynı ders saatinde iki farklı patikada ilerleme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İzi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bölümler (Sanat, Eğitim, Sosyal Bilimler vb.)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bazlı AI destekli mini projeler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 düşünme ve alana uyarlama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Disiplinler arası çıktı üretimi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2011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Kodlama İzi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560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 ve Bilgisayar Bilimleri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24612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kod okuma seviyesinden başlar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İleri/teknik seviyeye ilerler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yazma ve basit otomasyon becerisi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Ant · Mikro Yapay Zekanın Kullanımı · ÇÖMÜ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6-8 · Paralel İzler — 1. Blok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0FAF9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08760" y="17830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İzi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bazlı ilk proje adımları — konu seçimi, kaynak taraması, ilk taslak.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0FAF9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86600" y="17830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Kodlama İzi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231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okuma-yazma seviyesi — basit kod parçalarını okuma ve açıklama.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blokta öğretim üyesi, iki iz arasında gezinerek fasilitatör rolündedir.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Ant · Mikro Yapay Zekanın Kullanımı · ÇÖMÜ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118872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545836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560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 Kontrol Noktası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2918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 izden ara sunum ve geri bildirim — öğrencinin kaybolmaması için yönlendirme.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Ant · Mikro Yapay Zekanın Kullanımı · ÇÖMÜ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10-12 · Paralel İzler — 2. Blok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0FAF9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08760" y="17830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İzi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derinleştirme — kaynakların bütünleştirilmesi, çıktının olgunlaştırılması.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0FAF9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86600" y="17830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Kodlama İzi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231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İleri/teknik seviyeye geçiş (Müh. ve Bilgisayar Bil.) — kod yazma ve basit otomasyon.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Ant · Mikro Yapay Zekanın Kullanımı · ÇÖMÜ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 13-15 · Final Sunumlar ve Değerlendirme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İzi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Kodlama İzi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194560"/>
            <a:ext cx="1188720" cy="822960"/>
          </a:xfrm>
          <a:prstGeom prst="line">
            <a:avLst/>
          </a:prstGeom>
          <a:noFill/>
          <a:ln w="19050">
            <a:solidFill>
              <a:srgbClr val="5B6E6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3383280"/>
            <a:ext cx="1188720" cy="-822960"/>
          </a:xfrm>
          <a:prstGeom prst="line">
            <a:avLst/>
          </a:prstGeom>
          <a:noFill/>
          <a:ln w="19050">
            <a:solidFill>
              <a:srgbClr val="5B6E6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1965960"/>
            <a:ext cx="6903720" cy="2926080"/>
          </a:xfrm>
          <a:prstGeom prst="roundRect">
            <a:avLst>
              <a:gd name="adj" fmla="val 3125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0" y="22402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Ortak Final Sunum Haftası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83464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13-14: bireysel/grup danışmanlığı ile final hazırlığı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15: iki iz bir araya gelir, ortak sunum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ve projenin görünürlüğü (yönetim/basın) için kullanılabilir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Ant · Mikro Yapay Zekanın Kullanımı · ÇÖMÜ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Özet Takvim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1463040"/>
                <a:gridCol w="9601200"/>
              </a:tblGrid>
              <a:tr h="6286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Ortak çekirdek: AI nedir, kullanım alanları, prompt, etik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Geçiş haftası: atölye tanıtımı, iz seçimi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 izler — 1. blok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 kontrol noktası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 izler — 2. blok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proje çalışması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D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sunumlar ve değerlendirme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Ant · Mikro Yapay Zekanın Kullanımı · ÇÖMÜ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2026-08-31T09:43:49Z</dcterms:created>
  <dcterms:modified xsi:type="dcterms:W3CDTF">2026-08-31T09:43:49Z</dcterms:modified>
</cp:coreProperties>
</file>