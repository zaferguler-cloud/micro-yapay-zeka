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502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6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 Ö M Ü   ·   Y A P A Y   Z E K A   P R O J E S İ</a:t>
            </a:r>
            <a:endParaRPr lang="en-US" sz="1100" dirty="0"/>
          </a:p>
        </p:txBody>
      </p:sp>
      <p:pic>
        <p:nvPicPr>
          <p:cNvPr id="3" name="Image 0" descr="an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9601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0604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</a:t>
            </a:r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Karıncalara bak — mikro yapay zekanın kolektif gücü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0" y="52120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"Mikro Yapay Zekanın Kullanımı" Dersi — ÇÖMÜ Üniversite Geneli Proje Önerisi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 ·  [Bölüm / Unvan]  ·  [Tarih]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O T İ V A S Y O 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bu proje?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47.000+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— ÇÖMÜ'nün tüm fakültelerinde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737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Tüm bölümler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Sanatlar'dan Eğitim Bilimleri'ne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55280" y="1737360"/>
            <a:ext cx="3383280" cy="2011680"/>
          </a:xfrm>
          <a:prstGeom prst="roundRect">
            <a:avLst>
              <a:gd name="adj" fmla="val 5455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192024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dil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26974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artık her alanın ortak aracı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11480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artık tek bir bölümün değil, her disiplinin ihtiyacı. Üniversite genelinde ortak bir yapay zeka okuryazarlığı kazandırmak; öğrencileri, alanları ne olursa olsun, bu araçları bilinçli ve etkin kullanabilecek şekilde hazırlamak istiyoruz.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 P 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Ders yapısı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0F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Ortak çekirdek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için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520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yapay zeka okuryazarlığı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okuma ve anlama (yazma değil)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Basit sohbet arayüzü (claude.ai)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aşamada başlanacak modül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73736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E1F5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 bazlı ileri seviye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30175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Mühendislik &amp; Bilgisayar bölümleri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35204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proje geliştirme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Debug, versiyon kontrolü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gibi araçlarla entegre çalışma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çekirdek sonrası ikinci aşama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Y G U L A M 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Aşamalı yaygınlaştırma (rollout)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F6E5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Fakültesi ile başlangıç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81528" y="3474720"/>
            <a:ext cx="237744" cy="365760"/>
          </a:xfrm>
          <a:prstGeom prst="chevron">
            <a:avLst/>
          </a:prstGeom>
          <a:solidFill>
            <a:srgbClr val="5F6E68"/>
          </a:solidFill>
          <a:ln/>
        </p:spPr>
      </p:sp>
      <p:sp>
        <p:nvSpPr>
          <p:cNvPr id="10" name="Shape 8"/>
          <p:cNvSpPr/>
          <p:nvPr/>
        </p:nvSpPr>
        <p:spPr>
          <a:xfrm>
            <a:off x="3319272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02152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502152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Değerlendirme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02152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Geri bildirim, içerik iyileştirme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0" y="3474720"/>
            <a:ext cx="237744" cy="365760"/>
          </a:xfrm>
          <a:prstGeom prst="chevron">
            <a:avLst/>
          </a:prstGeom>
          <a:solidFill>
            <a:srgbClr val="5F6E68"/>
          </a:solidFill>
          <a:ln/>
        </p:spPr>
      </p:sp>
      <p:sp>
        <p:nvSpPr>
          <p:cNvPr id="15" name="Shape 13"/>
          <p:cNvSpPr/>
          <p:nvPr/>
        </p:nvSpPr>
        <p:spPr>
          <a:xfrm>
            <a:off x="6089904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F6E5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72784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Hızlı genişleme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Diğer fakültelere yayılım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622792" y="3474720"/>
            <a:ext cx="237744" cy="365760"/>
          </a:xfrm>
          <a:prstGeom prst="chevron">
            <a:avLst/>
          </a:prstGeom>
          <a:solidFill>
            <a:srgbClr val="5F6E68"/>
          </a:solidFill>
          <a:ln/>
        </p:spPr>
      </p:sp>
      <p:sp>
        <p:nvSpPr>
          <p:cNvPr id="20" name="Shape 18"/>
          <p:cNvSpPr/>
          <p:nvPr/>
        </p:nvSpPr>
        <p:spPr>
          <a:xfrm>
            <a:off x="8860536" y="2103120"/>
            <a:ext cx="2514600" cy="3108960"/>
          </a:xfrm>
          <a:prstGeom prst="roundRect">
            <a:avLst>
              <a:gd name="adj" fmla="val 3636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043416" y="228600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043416" y="30175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Üniversite geneli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043416" y="35204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bölümler dahil olur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Fakültesi, teknik altyapıya en yakın ve öğrencilerin adaptasyon hızının en yüksek olduğu birim olduğu için pilot olarak seçildi. Pilot sonuçlarına göre içerik ve model diğer fakültelere hızla uyarlanacak.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 T Y A P 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Altyapı ihtiyacı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Education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Anthropic'in yükseköğretim kurumlarına özel sunduğu, üniversite çapında kurumsal lisans programı. Hem öğretim elemanlarını hem öğrencileri tek bir kurumsal hesap altında toplar.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46120"/>
            <a:ext cx="6858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Kurumsal, üniversite sponsorluğunda tek hesap yapısı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online ve kapalı/kısıtlı ortamda yürütülecek — veri güvenliği önceliğimiz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Fiyatlandırma ve lisans kapsamı için Anthropic ile görüşme süreci başlatılıyor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 / Bilgi İşlem Daire Başkanlığı'na resmi bilgi talebi iletildi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818120" y="1600200"/>
            <a:ext cx="3794760" cy="4297680"/>
          </a:xfrm>
          <a:prstGeom prst="roundRect">
            <a:avLst>
              <a:gd name="adj" fmla="val 2892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ekibi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9244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Öngörülen büyüklük: 10-15 kişi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265176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Bilgi İşlem — erişim, güvenlik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koordinatörler — içerik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ekibi — kullanıcı eğitimi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Fakülte temsilcileri — alan ihtiyaçları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E L S E F 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yaklaşımı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1945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seans yaygınlaştırma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10896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Ders, tek bir oturum modeliyle hızlıca çoğaltılıp yaygınlaştırılabilir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F6E5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4448" y="21945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Öğrenci odaklı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310896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öğrenci kendi ilgi alanına göre içerikle etkileşime girer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9088" y="21945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Analitik düşünme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10896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 sadece araç kullanımı değil, dünyaya analitik bakabilme becerisi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F6E5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53728" y="219456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Ucu açık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253728" y="3108960"/>
            <a:ext cx="220370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Sabit bir müfredat değil, sürekli geliştirilebilen, büyüyen bir proje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Amacımız yalnızca bir yapay zeka aracı öğretmek değil; öğrencilerin kendi alanlarında analitik düşünme becerisi kazanarak değişen dünyaya adapte olabilmelerini sağlamak — bu nedenle proje sabit değil, sürekli gelişen ve genişleyen bir yapı olarak tasarlandı.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İ Z Y O 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548640" y="822960"/>
            <a:ext cx="54864" cy="1417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777240"/>
            <a:ext cx="10332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Evren sürekli 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genişliyor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
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 artık 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sınır tanımıyor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06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Devletler ve ülkeler artık birer engel değil. Düşünen, öğrenmeye açık her insan, kendini sınırsızca geliştirebileceği bir alanda yer alıyor.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3794760"/>
            <a:ext cx="9692640" cy="1920240"/>
          </a:xfrm>
          <a:prstGeom prst="roundRect">
            <a:avLst>
              <a:gd name="adj" fmla="val 5714"/>
            </a:avLst>
          </a:prstGeom>
          <a:solidFill>
            <a:srgbClr val="0C5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8872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ders kimin için?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45262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Yalnızca çok zeki veya çabuk öğrenen öğrenciler için değil. Çalışkan olan, kendini geliştirmeyi bilen sıradan her öğrencinin de dünyaya entegre olabilmesini, kendi alanında bu genişleyen evrende bir yer edinebilmesini amaçlıyoruz.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6E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İ M L İ 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kimliği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1E8C74"/>
          </a:solidFill>
          <a:ln/>
        </p:spPr>
      </p:sp>
      <p:pic>
        <p:nvPicPr>
          <p:cNvPr id="5" name="Image 0" descr="ant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237744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4048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Ant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29260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Karıncalara bak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3520440"/>
            <a:ext cx="7132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Karınca kolonisi, tek başına küçük olan birimlerin bir araya gelerek büyük ve akıllı sistemler kurmasının en somut örneğidir — tıpkı "mikro" yapay zeka araçlarının, doğru bir araya getirildiğinde üniversite genelinde büyük bir dönüşüm yaratabilmesi gibi.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3840480" y="5212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Ucu açık, gelişmeye devam eden bir proje — farkındalık, katılım ve büyüme üzerine kurulu.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645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 P A N I 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E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Sizden beklentimiz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E1F5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Geri bildirim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yapısı, isim ve kimlik hakkında görüşleriniz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Onay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743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 Fakültesi ile pilot uygulamaya başlama izni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92024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1F5E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21488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Destek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74320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for Education görüşme sürecinde kurumsal destek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0" y="48463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6E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 ederiz.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0" y="5440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 Soyad]  ·  [E-posta]  ·  [Telefon]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2026-08-29T13:34:05Z</dcterms:created>
  <dcterms:modified xsi:type="dcterms:W3CDTF">2026-08-29T13:34:05Z</dcterms:modified>
</cp:coreProperties>
</file>