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6400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 T A K   Ç E K İ R D E K   ·   G O   T O   A N T</a:t>
            </a:r>
            <a:endParaRPr lang="en-US" sz="1100" dirty="0"/>
          </a:p>
        </p:txBody>
      </p:sp>
      <p:pic>
        <p:nvPicPr>
          <p:cNvPr id="3" name="Image 0" descr="an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5146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haftalık başlangıç planı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yapay zeka okuryazarlığı — tüm bölümler için ortak giriş modülü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E N E L   B A K I Ş 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haftaya genel bakış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0F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945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YZ nedir,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değildir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204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kavramlar ve yanlış algılar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84448" y="180136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1945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Kullanım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alanları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5204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ve akademik hayatta YZ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0F6E5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9088" y="180136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1945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Etkili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kullanım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5204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yazma ve diyalog kurma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16002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3728" y="180136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21945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Sınırlar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etik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253728" y="352044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Güvenilirlik, dürüstlük, gizlilik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1F5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Oturum yapısı (90 dakika)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/ ısınma  →  kavram anlatımı  →  uygulama / atölye  →  tartışma  →  kapanış ve ödev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hafta bu beş bloğu takip eder; süreler haftanın içeriğine göre hafifçe değişir.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zeka nedir, ne değildir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zeka, makine öğrenmesi ve büyük dil modeli arasındaki farkı ayırt edebilme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"Düşünen makine" gibi yaygın yanlış algıları sorgulayabilme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alanından somut bir yapay zeka örneği tanımlayabilme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669280" cy="4617720"/>
          </a:xfrm>
          <a:prstGeom prst="roundRect">
            <a:avLst>
              <a:gd name="adj" fmla="val 2376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581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akışı (90 dk)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0665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40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"YZ dediğinizde aklınıza ne geliyor?" açık tartışma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43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 anlatımı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dk — AI / ML / LLM tanımları, sade bir benzetmeyle nasıl çalıştığı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941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dk — öğrenciler kendi alanlarından bir YZ örneği bulup 2 dk sunar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"Düşünen bir sistem mi, kalıp tanıyan bir sistem mi?"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7731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5047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ödev tanımı ve haftaya özet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1  ·  U Y G U L A M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Uygulama: "Alanımda YZ" mini-sunum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6492240" cy="4434840"/>
          </a:xfrm>
          <a:prstGeom prst="roundRect">
            <a:avLst>
              <a:gd name="adj" fmla="val 2474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kendi bölümünden güncel bir YZ kullanım örneği araştırır (2-3 dk kaynak taraması)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Örneği sınıfa 2 dakikada, üç soruya cevap vererek anlatır: ne yapıyor, nasıl çalışıyor (tahmini), kim kullanıyor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birlikte örneği "gerçek zeka mı, kalıp tanıma mı" ekseninde tartışır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Ödev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1945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alanınızdan bulduğunuz örneği yarım sayfalık bir paragrafla yazıya dökün ve haftaya getirin.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Günlük ve akademik hayatta kullanım alanları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disiplinlerde yapay zeka kullanım senaryolarını tanıyabilme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çalışmasında YZ'nin nerede zaman kazandırabileceğini belirleyebilme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YZ'nin uygun olmadığı durumları ayırt edebilme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669280" cy="4617720"/>
          </a:xfrm>
          <a:prstGeom prst="roundRect">
            <a:avLst>
              <a:gd name="adj" fmla="val 2376"/>
            </a:avLst>
          </a:prstGeom>
          <a:solidFill>
            <a:srgbClr val="0C5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581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akışı (90 dk)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0665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40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fakülte bazlı örnek vitrini (sanat, mühendislik, eğitim vb.)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43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dk — yazma, özetleme, araştırma, çeviri, fikir üretme kategorileri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941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dk — küçük gruplar kendi bölümlerine özgü bir senaryo tasarlar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grupların 1 dakikalık kısa paylaşımı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7731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5047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ödev tanımı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2  ·  U Y G U L A M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Atölye: Bölümüme özel bir kullanım senaryosu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6492240" cy="4434840"/>
          </a:xfrm>
          <a:prstGeom prst="roundRect">
            <a:avLst>
              <a:gd name="adj" fmla="val 2474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kişilik gruplar oluşturulur, mümkünse aynı bölümden öğrenciler bir araya gelir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Grup, kendi alanından gerçek bir görevi seçer (örn. bir sunum taslağı, bir literatür özeti, bir kompozisyon fikri)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görevi YZ ile nasıl destekleyeceklerini adım adım planlar ve panoya/slide'a yazar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C5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Ödev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1945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Seçtiğiniz görevi kendi alanınızdan bir problemle 1 sayfalık bir plana dönüştürün: hangi adımda YZ'den ne isteyeceksiniz?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Etkili kullanım: prompt yazma ve diyalog kurma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Net, bağlamlı bir istek (prompt) yazabilme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seferde değil, yinelemeli/diyalog tabanlı çalışma alışkanlığı geliştirme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zekayı bir "cevap makinesi" değil, düşünce ortağı olarak kullanabilme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669280" cy="4617720"/>
          </a:xfrm>
          <a:prstGeom prst="roundRect">
            <a:avLst>
              <a:gd name="adj" fmla="val 2376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581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akışı (90 dk)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0665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40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kötü prompt / iyi prompt karşılaştırması, canlı örnek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43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dk — bağlam verme, rol tanımlama, adım adım isteme, örnekle isteme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941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dk — öğrenciler kendi sorularını 3 farklı prompt ile dener, sonuçları karşılaştırır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315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5902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hangi prompt neden daha iyi sonuç verdi?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992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5266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ödev tanımı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3  ·  U Y G U L A M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Uygulama: Bir soruyu üç kez 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6492240" cy="4434840"/>
          </a:xfrm>
          <a:prstGeom prst="roundRect">
            <a:avLst>
              <a:gd name="adj" fmla="val 2474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kendi ödevlerinden/ilgi alanından bir soru seçer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soruyu üç farklı biçimde sorar: (1) çok kısa/bağlamsız, (2) bağlam + rol tanımlı, (3) adım adım yönlendirilmiş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yanıtı yan yana karşılaştırıp hangisinin neden daha faydalı olduğunu not eder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Ödev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1945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alanınızdan bir problemi çözmek için 3 adımlı bir prompt zinciri (birbirini takip eden istekler) tasarlayın.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Sınırlar, riskler ve etik kullanım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120640" cy="4617720"/>
          </a:xfrm>
          <a:prstGeom prst="roundRect">
            <a:avLst>
              <a:gd name="adj" fmla="val 2376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Yanlış/uydurma bilgi (halüsinasyon) riskini tanıyıp kaynak doğrulama alışkanlığı kazanma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dürüstlük kurallarını YZ bağlamında uygulayabilme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ve gizli veri paylaşımında dikkat edilmesi gerekenleri bilme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669280" cy="4617720"/>
          </a:xfrm>
          <a:prstGeom prst="roundRect">
            <a:avLst>
              <a:gd name="adj" fmla="val 2376"/>
            </a:avLst>
          </a:prstGeom>
          <a:solidFill>
            <a:srgbClr val="0C5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581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akışı (90 dk)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0665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40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gerçek bir "halüsinasyon" örneğinin birlikte incelenmesi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43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dk — güvenilirlik, kaynak doğrulama, akademik dürüstlük, veri gizliliği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6941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dk — verilen bir YZ çıktısını doğrulama (fact-checking) alıştırması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096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370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"Bu ödevde YZ kullanmak etik mi, sınır nerede?"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7731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5047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dk — modül değerlendirmesi ve 5. haftaya geçiş duyurusu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F T A   4  ·  U Y G U L A M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Atölye: Doğrulama alıştırması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6492240" cy="4434840"/>
          </a:xfrm>
          <a:prstGeom prst="roundRect">
            <a:avLst>
              <a:gd name="adj" fmla="val 2474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Adımlar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Öğrencilere önceden hazırlanmış, içinde en az bir hata/uydurma bilgi barındıran bir YZ çıktısı verilir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gruplar bu çıktıyı güvenilir kaynaklarla karşılaştırarak doğrular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Bulunan hatalar ve doğrulama yöntemleri sınıfla paylaşılır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C5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Ödev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1945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kullanım alışkanlıklarınız için kısa bir "kişisel etik kullanım" maddesi yazın (ne için kullanırım, ne için kullanmam).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Ğ E R L E N D İ R M E   V E   G E Ç İ 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hafta sonra nereye geçiyoruz?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1E8C7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0C5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 yöntemi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katılım ve atölye çıktıları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haftalık ödevlerin tamamlanma durumu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 sonunda kısa bir değerlendirme (quiz veya kısa yansıtma yazısı)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haftadan itibaren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Karşılaştırmalı okuma atölyeleri (klasik metin + çoklu teorik mercek)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Eski/yeni metin köprüleme çalışmaları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Sokratik sorgulama oturumları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Mühendislik/Bilgisayar bölümleri için ileri seviye kodlama modülüne geçiş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2026-08-30T07:39:42Z</dcterms:created>
  <dcterms:modified xsi:type="dcterms:W3CDTF">2026-08-30T07:39:42Z</dcterms:modified>
</cp:coreProperties>
</file>